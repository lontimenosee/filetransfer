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84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嵌入式系统设计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期末设计</a:t>
            </a:r>
            <a:endParaRPr lang="zh-CN" altLang="en-US" sz="40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468" y="380122"/>
            <a:ext cx="11516063" cy="1325563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内容：采用</a:t>
            </a:r>
            <a:r>
              <a:rPr lang="en-US" altLang="zh-CN" dirty="0"/>
              <a:t>QT</a:t>
            </a:r>
            <a:r>
              <a:rPr lang="zh-CN" altLang="en-US" dirty="0"/>
              <a:t>设计一个跨嵌入式平台的网络文件传输工具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0469" y="1543575"/>
            <a:ext cx="11444416" cy="5234882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）采用</a:t>
            </a:r>
            <a:r>
              <a:rPr lang="en-US" altLang="zh-CN" dirty="0"/>
              <a:t>QT</a:t>
            </a:r>
            <a:r>
              <a:rPr lang="zh-CN" altLang="en-US" dirty="0"/>
              <a:t>设计一个网络文件传输工具，可以将树莓派</a:t>
            </a:r>
            <a:r>
              <a:rPr lang="en-US" altLang="zh-CN" dirty="0"/>
              <a:t>ARM</a:t>
            </a:r>
            <a:r>
              <a:rPr lang="zh-CN" altLang="en-US" dirty="0"/>
              <a:t>平台中的文件和</a:t>
            </a:r>
            <a:r>
              <a:rPr lang="en-US" altLang="zh-CN" dirty="0"/>
              <a:t>Windows</a:t>
            </a:r>
            <a:r>
              <a:rPr lang="zh-CN" altLang="en-US" dirty="0"/>
              <a:t>平台进行互传；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）将</a:t>
            </a:r>
            <a:r>
              <a:rPr lang="en-US" altLang="zh-CN" dirty="0"/>
              <a:t>QT 5</a:t>
            </a:r>
            <a:r>
              <a:rPr lang="zh-CN" altLang="en-US" dirty="0"/>
              <a:t>的某个版本，在</a:t>
            </a:r>
            <a:r>
              <a:rPr lang="en-US" altLang="zh-CN" dirty="0"/>
              <a:t>windows</a:t>
            </a:r>
            <a:r>
              <a:rPr lang="zh-CN" altLang="en-US" dirty="0"/>
              <a:t>上采用</a:t>
            </a:r>
            <a:r>
              <a:rPr lang="en-US" altLang="zh-CN" dirty="0"/>
              <a:t>ARM</a:t>
            </a:r>
            <a:r>
              <a:rPr lang="zh-CN" altLang="en-US" dirty="0"/>
              <a:t>交叉编译工具进行编译，编译出</a:t>
            </a:r>
            <a:r>
              <a:rPr lang="en-US" altLang="zh-CN" dirty="0"/>
              <a:t>ARM</a:t>
            </a:r>
            <a:r>
              <a:rPr lang="zh-CN" altLang="en-US" dirty="0"/>
              <a:t>平台对应的库（</a:t>
            </a:r>
            <a:r>
              <a:rPr lang="en-US" altLang="zh-CN" dirty="0"/>
              <a:t>X86</a:t>
            </a:r>
            <a:r>
              <a:rPr lang="zh-CN" altLang="en-US" dirty="0"/>
              <a:t>平台上，安装</a:t>
            </a:r>
            <a:r>
              <a:rPr lang="en-US" altLang="zh-CN" dirty="0"/>
              <a:t>Ubuntu</a:t>
            </a:r>
            <a:r>
              <a:rPr lang="zh-CN" altLang="en-US" dirty="0"/>
              <a:t>虚拟机上进行编译也</a:t>
            </a:r>
            <a:r>
              <a:rPr lang="zh-CN" altLang="en-US" dirty="0"/>
              <a:t>可以），并将项目代码进行交叉编译和链接，编译链接最终可执行文件可以在树莓派上工作</a:t>
            </a:r>
            <a:r>
              <a:rPr lang="zh-CN" altLang="en-US" dirty="0">
                <a:solidFill>
                  <a:srgbClr val="FF0000"/>
                </a:solidFill>
              </a:rPr>
              <a:t>（交叉编译为加分项，也可以选择在</a:t>
            </a:r>
            <a:r>
              <a:rPr lang="en-US" altLang="zh-CN" dirty="0">
                <a:solidFill>
                  <a:srgbClr val="FF0000"/>
                </a:solidFill>
              </a:rPr>
              <a:t>arm</a:t>
            </a:r>
            <a:r>
              <a:rPr lang="zh-CN" altLang="en-US" dirty="0">
                <a:solidFill>
                  <a:srgbClr val="FF0000"/>
                </a:solidFill>
              </a:rPr>
              <a:t>上直接编译</a:t>
            </a:r>
            <a:r>
              <a:rPr lang="en-US" altLang="zh-CN" dirty="0">
                <a:solidFill>
                  <a:srgbClr val="FF0000"/>
                </a:solidFill>
              </a:rPr>
              <a:t>QT</a:t>
            </a:r>
            <a:r>
              <a:rPr lang="zh-CN" altLang="en-US" dirty="0">
                <a:solidFill>
                  <a:srgbClr val="FF0000"/>
                </a:solidFill>
              </a:rPr>
              <a:t>），</a:t>
            </a:r>
            <a:r>
              <a:rPr lang="zh-CN" altLang="en-US" dirty="0"/>
              <a:t>并配合</a:t>
            </a:r>
            <a:r>
              <a:rPr lang="en-US" altLang="zh-CN" dirty="0"/>
              <a:t>Windows</a:t>
            </a:r>
            <a:r>
              <a:rPr lang="zh-CN" altLang="en-US" dirty="0"/>
              <a:t>平台的编译版本，实现文件互传（采用</a:t>
            </a:r>
            <a:r>
              <a:rPr lang="en-US" altLang="zh-CN" dirty="0"/>
              <a:t>GITHUB</a:t>
            </a:r>
            <a:r>
              <a:rPr lang="zh-CN" altLang="en-US" dirty="0"/>
              <a:t>或</a:t>
            </a:r>
            <a:r>
              <a:rPr lang="en-US" altLang="zh-CN" dirty="0"/>
              <a:t>GITEE</a:t>
            </a:r>
            <a:r>
              <a:rPr lang="zh-CN" altLang="en-US" dirty="0"/>
              <a:t>提交代码的有</a:t>
            </a:r>
            <a:r>
              <a:rPr lang="zh-CN" altLang="en-US" dirty="0"/>
              <a:t>加分）；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）对于大文件可以选择分块传输（将文件切割为多个文件块，全部下载后再进行组合）（加分项）；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）可以传输一个目录，（可以利用脚本来协同）（加分项）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4097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/>
              <a:t>要求和提交日期</a:t>
            </a:r>
            <a:endParaRPr lang="zh-CN" altLang="en-US" dirty="0"/>
          </a:p>
        </p:txBody>
      </p:sp>
      <p:sp>
        <p:nvSpPr>
          <p:cNvPr id="4099" name="文本占位符 40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作业日期</a:t>
            </a:r>
            <a:r>
              <a:rPr lang="en-US" altLang="zh-CN" dirty="0"/>
              <a:t>4</a:t>
            </a:r>
            <a:r>
              <a:rPr lang="zh-CN" altLang="en-US" dirty="0"/>
              <a:t>周，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9</a:t>
            </a:r>
            <a:r>
              <a:rPr lang="zh-CN" altLang="en-US" dirty="0"/>
              <a:t>日提交；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）编译</a:t>
            </a:r>
            <a:r>
              <a:rPr lang="en-US" altLang="zh-CN" dirty="0">
                <a:solidFill>
                  <a:srgbClr val="FF0000"/>
                </a:solidFill>
              </a:rPr>
              <a:t>QT</a:t>
            </a:r>
            <a:r>
              <a:rPr lang="zh-CN" altLang="en-US" dirty="0">
                <a:solidFill>
                  <a:srgbClr val="FF0000"/>
                </a:solidFill>
              </a:rPr>
              <a:t>全过程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交叉编译为加分项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）传输工具设计思想、关键算法设计，运行效果截图；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）附上代码（</a:t>
            </a:r>
            <a:r>
              <a:rPr lang="en-US" altLang="zh-CN" dirty="0">
                <a:solidFill>
                  <a:srgbClr val="FF0000"/>
                </a:solidFill>
              </a:rPr>
              <a:t>GITHUB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GITEE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发现完全一样的代码或报告的，一律零分处理！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报告质量高，也有加分！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期末报告发送到助教肖云飞的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QQ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邮箱：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974871455@qq.com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dirty="0"/>
              <a:t>Word</a:t>
            </a:r>
            <a:r>
              <a:rPr lang="zh-CN" altLang="en-US" dirty="0"/>
              <a:t>首页</a:t>
            </a:r>
            <a:endParaRPr lang="zh-CN" altLang="en-US" dirty="0"/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altLang="zh-CN" dirty="0"/>
          </a:p>
          <a:p>
            <a:pPr algn="ctr">
              <a:lnSpc>
                <a:spcPct val="90000"/>
              </a:lnSpc>
              <a:buNone/>
            </a:pPr>
            <a:r>
              <a:rPr lang="zh-CN" altLang="en-US" sz="5200" dirty="0"/>
              <a:t>嵌入式系统设计</a:t>
            </a:r>
            <a:endParaRPr lang="zh-CN" altLang="en-US" sz="5200" dirty="0"/>
          </a:p>
          <a:p>
            <a:pPr>
              <a:lnSpc>
                <a:spcPct val="90000"/>
              </a:lnSpc>
              <a:buNone/>
            </a:pPr>
            <a:r>
              <a:rPr lang="zh-CN" altLang="en-US" sz="4000" dirty="0"/>
              <a:t>                                    期末设计</a:t>
            </a:r>
            <a:endParaRPr lang="zh-CN" altLang="en-US" b="1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姓名：</a:t>
            </a:r>
            <a:r>
              <a:rPr lang="en-US" altLang="zh-CN" dirty="0"/>
              <a:t>XXXX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学号：</a:t>
            </a:r>
            <a:r>
              <a:rPr lang="en-US" altLang="zh-CN" dirty="0"/>
              <a:t>XXXXX</a:t>
            </a:r>
            <a:endParaRPr lang="en-US" altLang="zh-CN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所属学院和班级：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                          年   月   日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commondata" val="eyJoZGlkIjoiNjUxOWZhMjIyNDAwNmY2YzczZDhkNDA2NTc0ZmU2YTg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WPS 演示</Application>
  <PresentationFormat>宽屏</PresentationFormat>
  <Paragraphs>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Calibri</vt:lpstr>
      <vt:lpstr>Arial Unicode MS</vt:lpstr>
      <vt:lpstr>Office 主题</vt:lpstr>
      <vt:lpstr>嵌入式系统设计</vt:lpstr>
      <vt:lpstr>内容：采用QT设计一个跨嵌入式平台的网络文件传输工具 </vt:lpstr>
      <vt:lpstr>要求和提交日期</vt:lpstr>
      <vt:lpstr>Word首页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区块链技术及其应用</dc:title>
  <dc:creator>GX540</dc:creator>
  <cp:lastModifiedBy>天气好心情好</cp:lastModifiedBy>
  <cp:revision>32</cp:revision>
  <dcterms:created xsi:type="dcterms:W3CDTF">2019-04-12T06:24:00Z</dcterms:created>
  <dcterms:modified xsi:type="dcterms:W3CDTF">2026-04-29T09:51:43Z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1B390E79D8484D24BA9F27D8414CAAF1_12</vt:lpwstr>
  </property>
</Properties>
</file>